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2397" y="1621659"/>
            <a:ext cx="5079206" cy="171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5333"/>
              </a:lnSpc>
              <a:buNone/>
            </a:pPr>
            <a:r>
              <a:rPr lang="en-US" sz="3750" b="1" dirty="0">
                <a:solidFill>
                  <a:srgbClr val="ED460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Campus AI</a:t>
            </a:r>
            <a:r>
              <a:rPr lang="en-US" sz="33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r>
              <a:rPr lang="en-US" sz="33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
</a:t>
            </a:r>
            <a:r>
              <a:rPr lang="en-US" sz="33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Intelligent Academic</a:t>
            </a:r>
            <a:r>
              <a:rPr lang="en-US" sz="33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
</a:t>
            </a:r>
            <a:r>
              <a:rPr lang="en-US" sz="33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Management System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983284" y="3550416"/>
            <a:ext cx="51774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AI-Powered Academic Management System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Project Team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587698"/>
            <a:ext cx="3857625" cy="6400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Jahnavi</a:t>
            </a:r>
            <a:r>
              <a:rPr lang="en-US" sz="15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0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23P31A4202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14875" y="1587698"/>
            <a:ext cx="3857625" cy="6400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Niharika</a:t>
            </a:r>
            <a:r>
              <a:rPr lang="en-US" sz="15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0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23P31A4217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1500" y="2513484"/>
            <a:ext cx="3857625" cy="6400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Yamini</a:t>
            </a:r>
            <a:r>
              <a:rPr lang="en-US" sz="15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0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23P31A4221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14875" y="2513484"/>
            <a:ext cx="3857625" cy="6400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Vijay</a:t>
            </a:r>
            <a:r>
              <a:rPr lang="en-US" sz="15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0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23P31A4231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" y="3439269"/>
            <a:ext cx="3857625" cy="6400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Karthik</a:t>
            </a:r>
            <a:r>
              <a:rPr lang="en-US" sz="15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0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23P31A4233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14875" y="3439269"/>
            <a:ext cx="3857625" cy="6400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Neeraja</a:t>
            </a:r>
            <a:r>
              <a:rPr lang="en-US" sz="15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0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23P31A4265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Challenges in Academic Management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444823"/>
            <a:ext cx="413037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and fragmented schedule management systems.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2054889"/>
            <a:ext cx="413037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scattered across notices and WhatsApp groups.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1500" y="2664954"/>
            <a:ext cx="413037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miss critical updates like room changes or drives.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3275019"/>
            <a:ext cx="413037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Administrators spend excessive time on repetitive queries.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3885084"/>
            <a:ext cx="4130371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Lack of a centralized intelligent communication system.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30496" y="1444823"/>
            <a:ext cx="3442004" cy="3050325"/>
          </a:xfrm>
          <a:prstGeom prst="rect">
            <a:avLst/>
          </a:prstGeom>
          <a:solidFill>
            <a:srgbClr val="E3562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444823"/>
            <a:ext cx="60722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2054889"/>
            <a:ext cx="60722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2664954"/>
            <a:ext cx="60722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!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" y="3275019"/>
            <a:ext cx="60722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!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" y="3885084"/>
            <a:ext cx="60722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!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16246" y="1730573"/>
            <a:ext cx="287050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F4D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16246" y="2194917"/>
            <a:ext cx="287050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Fragmented communication leads to information gaps, causing students to miss opportunities and administrators to waste valuable time on manual updates.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is Campus AI?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444823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system built on Microsoft Power Platform.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2153450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Provides instant access to schedules, placements, and faculty.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1500" y="2862076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Uses Claude AI and Power Automate for real-time responses.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3570703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cloud database (Dataverse) for accurate info.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4279329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Enhances student experience through intelligent chatbot interface.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17334" y="1444823"/>
            <a:ext cx="3155138" cy="3543133"/>
          </a:xfrm>
          <a:prstGeom prst="rect">
            <a:avLst/>
          </a:prstGeom>
          <a:solidFill>
            <a:srgbClr val="1D3639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444823"/>
            <a:ext cx="78581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•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2153450"/>
            <a:ext cx="78581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2862076"/>
            <a:ext cx="78581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" y="3570703"/>
            <a:ext cx="78581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" y="4279329"/>
            <a:ext cx="78581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•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03084" y="1730573"/>
            <a:ext cx="25836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Core Value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03084" y="2194917"/>
            <a:ext cx="2583638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AI provides a unified ecosystem where AI agents and automated workflows work in tandem to ensure that every student receives accurate, real-time academic information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Core Technologies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1498760" y="1587698"/>
            <a:ext cx="571500" cy="571500"/>
          </a:xfrm>
          <a:prstGeom prst="rect">
            <a:avLst/>
          </a:prstGeom>
          <a:solidFill>
            <a:srgbClr val="1D363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10" y="175914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2301" y="2302073"/>
            <a:ext cx="106441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639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Power Apps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52301" y="2589609"/>
            <a:ext cx="106441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Interface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308626" y="1587698"/>
            <a:ext cx="571500" cy="571500"/>
          </a:xfrm>
          <a:prstGeom prst="rect">
            <a:avLst/>
          </a:prstGeom>
          <a:solidFill>
            <a:srgbClr val="1D3639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651" y="1759148"/>
            <a:ext cx="1714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67500" y="2302073"/>
            <a:ext cx="145375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639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867500" y="2589609"/>
            <a:ext cx="145375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Automation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118520" y="1587698"/>
            <a:ext cx="571500" cy="571500"/>
          </a:xfrm>
          <a:prstGeom prst="rect">
            <a:avLst/>
          </a:prstGeom>
          <a:solidFill>
            <a:srgbClr val="1D363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395" y="1759148"/>
            <a:ext cx="28575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91693" y="2302073"/>
            <a:ext cx="1225153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639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Copilot Studio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791693" y="2589609"/>
            <a:ext cx="122515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 Engine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1498760" y="3187898"/>
            <a:ext cx="571500" cy="571500"/>
          </a:xfrm>
          <a:prstGeom prst="rect">
            <a:avLst/>
          </a:prstGeom>
          <a:solidFill>
            <a:srgbClr val="1D363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498" y="3359348"/>
            <a:ext cx="200025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11237" y="3902273"/>
            <a:ext cx="94654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639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Dataverse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311237" y="4189809"/>
            <a:ext cx="94654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Database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308626" y="3187898"/>
            <a:ext cx="571500" cy="571500"/>
          </a:xfrm>
          <a:prstGeom prst="rect">
            <a:avLst/>
          </a:prstGeom>
          <a:solidFill>
            <a:srgbClr val="1D3639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076" y="3359348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05004" y="3902273"/>
            <a:ext cx="1378744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639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3905004" y="4189809"/>
            <a:ext cx="137874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 &amp; Dashboards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7118520" y="3187898"/>
            <a:ext cx="571500" cy="571500"/>
          </a:xfrm>
          <a:prstGeom prst="rect">
            <a:avLst/>
          </a:prstGeom>
          <a:solidFill>
            <a:srgbClr val="1D3639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1395" y="3359348"/>
            <a:ext cx="28575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74739" y="3902273"/>
            <a:ext cx="10590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639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Azure AI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874739" y="4189809"/>
            <a:ext cx="105906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Cognitive Services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Three-Tier Architecture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71500" y="1444823"/>
            <a:ext cx="2524116" cy="3071813"/>
          </a:xfrm>
          <a:prstGeom prst="rect">
            <a:avLst/>
          </a:prstGeom>
          <a:solidFill>
            <a:srgbClr val="1D3639"/>
          </a:solidFill>
          <a:ln/>
        </p:spPr>
      </p:sp>
      <p:sp>
        <p:nvSpPr>
          <p:cNvPr id="5" name="Text 2"/>
          <p:cNvSpPr/>
          <p:nvPr/>
        </p:nvSpPr>
        <p:spPr>
          <a:xfrm>
            <a:off x="750094" y="1659136"/>
            <a:ext cx="216692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50094" y="1989534"/>
            <a:ext cx="2166928" cy="27146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4D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Power Apps &amp; Copilot Studio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0094" y="2518172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Provides the user interface for students and admins.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0094" y="2991055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Hosts conversational AI agents for real-time interaction.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50094" y="3463937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Ensures a responsive experience across all devices.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09928" y="1444823"/>
            <a:ext cx="2524116" cy="3071813"/>
          </a:xfrm>
          <a:prstGeom prst="rect">
            <a:avLst/>
          </a:prstGeom>
          <a:solidFill>
            <a:srgbClr val="1D3639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2518172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0094" y="2991055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50094" y="3463937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88522" y="1659136"/>
            <a:ext cx="216692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LOGIC LAYER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88522" y="1989534"/>
            <a:ext cx="2166928" cy="27146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4D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Power Automate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88522" y="2518172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Processes natural language queries and updates.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88522" y="2991055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backend operations and workflow logic.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88522" y="3463937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Manages data flow between interface and database.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48356" y="1444823"/>
            <a:ext cx="2524116" cy="3071813"/>
          </a:xfrm>
          <a:prstGeom prst="rect">
            <a:avLst/>
          </a:prstGeom>
          <a:solidFill>
            <a:srgbClr val="1D3639"/>
          </a:solidFill>
          <a:ln/>
        </p:spPr>
      </p:sp>
      <p:sp>
        <p:nvSpPr>
          <p:cNvPr id="20" name="Text 17"/>
          <p:cNvSpPr/>
          <p:nvPr/>
        </p:nvSpPr>
        <p:spPr>
          <a:xfrm>
            <a:off x="3488522" y="2518172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88522" y="2991055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88522" y="3463937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26950" y="1659136"/>
            <a:ext cx="216692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26950" y="1989534"/>
            <a:ext cx="2166928" cy="27146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4D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Microsoft Dataverse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26950" y="2518172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timetable, emergency updates, and placement info.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226950" y="2991055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Provides a secure and centralized cloud database.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226950" y="3463937"/>
            <a:ext cx="21669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Ensures data integrity and real-time synchronization.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226950" y="2518172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226950" y="2991055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226950" y="3463937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Interfaces Overview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4" y="1301948"/>
            <a:ext cx="1885950" cy="3457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2608" y="4866680"/>
            <a:ext cx="10965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Welcome Screen</a:t>
            </a:r>
            <a:endParaRPr lang="en-US" sz="9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322" y="1301948"/>
            <a:ext cx="1885950" cy="34575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028950" y="4866680"/>
            <a:ext cx="9786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Authentication</a:t>
            </a:r>
            <a:endParaRPr lang="en-US" sz="9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161" y="1329184"/>
            <a:ext cx="1880229" cy="34030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156895" y="4860959"/>
            <a:ext cx="9376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Student Agent</a:t>
            </a:r>
            <a:endParaRPr lang="en-US" sz="9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981" y="1295558"/>
            <a:ext cx="1880229" cy="344750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319665" y="4860959"/>
            <a:ext cx="8268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Admin Panel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363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Outcomes and Benefits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444823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7F7F7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Centralized Communication</a:t>
            </a: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Eliminates fragmented updates.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2153450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7F7F7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Real-Time Accuracy</a:t>
            </a: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Instant notifications on changes.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862076"/>
            <a:ext cx="4417209" cy="565752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7F7F7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Reduced Admin Workload</a:t>
            </a: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Automates repetitive queries.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3570703"/>
            <a:ext cx="4417209" cy="282876"/>
          </a:xfrm>
          <a:prstGeom prst="rect">
            <a:avLst/>
          </a:prstGeom>
          <a:noFill/>
          <a:ln/>
        </p:spPr>
        <p:txBody>
          <a:bodyPr wrap="non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7F7F7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Enhanced Experience</a:t>
            </a: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Modern AI-driven assistant.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3996454"/>
            <a:ext cx="4417209" cy="282876"/>
          </a:xfrm>
          <a:prstGeom prst="rect">
            <a:avLst/>
          </a:prstGeom>
          <a:noFill/>
          <a:ln/>
        </p:spPr>
        <p:txBody>
          <a:bodyPr wrap="none" lIns="297688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7F7F7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Scalable Solution</a:t>
            </a:r>
            <a:r>
              <a:rPr lang="en-US" sz="11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Built for future growth.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17334" y="1444823"/>
            <a:ext cx="3155138" cy="2977381"/>
          </a:xfrm>
          <a:prstGeom prst="rect">
            <a:avLst/>
          </a:prstGeom>
          <a:solidFill>
            <a:srgbClr val="1D3639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444823"/>
            <a:ext cx="132159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2153450"/>
            <a:ext cx="132159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2862076"/>
            <a:ext cx="132159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" y="3570703"/>
            <a:ext cx="132159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" y="3996454"/>
            <a:ext cx="132159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E3562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03084" y="1730573"/>
            <a:ext cx="25836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356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Impact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03084" y="2194917"/>
            <a:ext cx="2583638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AI successfully bridges the gap between students and administrators, creating a more efficient, responsive, and intelligent academic environment using cutting-edge Microsoft technologies.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2026-05-10T08:38:06Z</dcterms:created>
  <dcterms:modified xsi:type="dcterms:W3CDTF">2026-05-10T08:38:06Z</dcterms:modified>
</cp:coreProperties>
</file>